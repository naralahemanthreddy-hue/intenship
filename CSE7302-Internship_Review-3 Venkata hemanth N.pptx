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66" r:id="rId21"/>
    <p:sldId id="267" r:id="rId22"/>
    <p:sldId id="268" r:id="rId23"/>
    <p:sldId id="26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49" d="100"/>
          <a:sy n="49" d="100"/>
        </p:scale>
        <p:origin x="91" y="7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B94B3CB-6751-4588-AC02-8566F3E18107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3D6D565C-B3F1-4524-9DF7-A33FBC28AFBE}" type="parTrans" cxnId="{FFA2A2E5-90B7-4BBF-9D75-4F1DF5D53D3C}">
      <dgm:prSet/>
      <dgm:spPr/>
      <dgm:t>
        <a:bodyPr/>
        <a:lstStyle/>
        <a:p>
          <a:endParaRPr lang="en-IN"/>
        </a:p>
      </dgm:t>
    </dgm:pt>
    <dgm:pt modelId="{AD1E41CB-62E6-4BFC-B22F-CE43896CD7B0}" type="sibTrans" cxnId="{FFA2A2E5-90B7-4BBF-9D75-4F1DF5D53D3C}">
      <dgm:prSet/>
      <dgm:spPr/>
      <dgm:t>
        <a:bodyPr/>
        <a:lstStyle/>
        <a:p>
          <a:endParaRPr lang="en-IN"/>
        </a:p>
      </dgm:t>
    </dgm:pt>
    <dgm:pt modelId="{CF85A230-6D27-48BC-92F6-5B8F1F519C69}">
      <dgm:prSet/>
      <dgm:spPr/>
      <dgm:t>
        <a:bodyPr/>
        <a:lstStyle/>
        <a:p>
          <a:r>
            <a:rPr lang="en-IN" dirty="0"/>
            <a:t>On</a:t>
          </a:r>
        </a:p>
        <a:p>
          <a:r>
            <a:rPr lang="en-IN" dirty="0"/>
            <a:t>boarding</a:t>
          </a:r>
        </a:p>
      </dgm:t>
    </dgm:pt>
    <dgm:pt modelId="{A367413E-810E-4315-8222-6DD27B6D562C}" type="parTrans" cxnId="{7B96353A-21F5-47F3-90AB-9055508B6308}">
      <dgm:prSet/>
      <dgm:spPr/>
      <dgm:t>
        <a:bodyPr/>
        <a:lstStyle/>
        <a:p>
          <a:endParaRPr lang="en-IN"/>
        </a:p>
      </dgm:t>
    </dgm:pt>
    <dgm:pt modelId="{8F657812-A544-4D0D-865A-77A09B377133}" type="sibTrans" cxnId="{7B96353A-21F5-47F3-90AB-9055508B6308}">
      <dgm:prSet/>
      <dgm:spPr/>
      <dgm:t>
        <a:bodyPr/>
        <a:lstStyle/>
        <a:p>
          <a:endParaRPr lang="en-IN"/>
        </a:p>
      </dgm:t>
    </dgm:pt>
    <dgm:pt modelId="{05798B1A-F036-47D4-A180-C95E5BE305BC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CFFA8215-26D1-4505-B4B9-646496F6A2D1}" type="parTrans" cxnId="{96C8A434-0410-422B-AB68-D9CEB9381712}">
      <dgm:prSet/>
      <dgm:spPr/>
      <dgm:t>
        <a:bodyPr/>
        <a:lstStyle/>
        <a:p>
          <a:endParaRPr lang="en-IN"/>
        </a:p>
      </dgm:t>
    </dgm:pt>
    <dgm:pt modelId="{92D440DF-A301-4EDC-AA3D-A0D9BC7CE082}" type="sibTrans" cxnId="{96C8A434-0410-422B-AB68-D9CEB9381712}">
      <dgm:prSet/>
      <dgm:spPr/>
      <dgm:t>
        <a:bodyPr/>
        <a:lstStyle/>
        <a:p>
          <a:endParaRPr lang="en-IN"/>
        </a:p>
      </dgm:t>
    </dgm:pt>
    <dgm:pt modelId="{8E148792-35D4-43F3-8F20-09BD1ED3D9EC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Training</a:t>
          </a:r>
        </a:p>
      </dgm:t>
    </dgm:pt>
    <dgm:pt modelId="{B0E727A0-EA6E-4660-9A6B-3E8DCD9EAA73}" type="parTrans" cxnId="{00CB8BE6-6F49-49DB-857C-482757AE5BA3}">
      <dgm:prSet/>
      <dgm:spPr/>
      <dgm:t>
        <a:bodyPr/>
        <a:lstStyle/>
        <a:p>
          <a:endParaRPr lang="en-IN"/>
        </a:p>
      </dgm:t>
    </dgm:pt>
    <dgm:pt modelId="{9E04BA2B-DB9E-48DE-AA37-73E9898AEF35}" type="sibTrans" cxnId="{00CB8BE6-6F49-49DB-857C-482757AE5BA3}">
      <dgm:prSet/>
      <dgm:spPr/>
      <dgm:t>
        <a:bodyPr/>
        <a:lstStyle/>
        <a:p>
          <a:endParaRPr lang="en-IN"/>
        </a:p>
      </dgm:t>
    </dgm:pt>
    <dgm:pt modelId="{C5377AB8-1B7D-4130-8097-1A8F48107C41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16E683CD-5DAF-4C7A-8FFA-B30FD8E6DC04}" type="parTrans" cxnId="{DEF4E22C-EA8B-4195-B764-E60F36ADB70B}">
      <dgm:prSet/>
      <dgm:spPr/>
      <dgm:t>
        <a:bodyPr/>
        <a:lstStyle/>
        <a:p>
          <a:endParaRPr lang="en-IN"/>
        </a:p>
      </dgm:t>
    </dgm:pt>
    <dgm:pt modelId="{4D01B302-C074-4487-AAE9-EC8CB033D720}" type="sibTrans" cxnId="{DEF4E22C-EA8B-4195-B764-E60F36ADB70B}">
      <dgm:prSet/>
      <dgm:spPr/>
      <dgm:t>
        <a:bodyPr/>
        <a:lstStyle/>
        <a:p>
          <a:endParaRPr lang="en-IN"/>
        </a:p>
      </dgm:t>
    </dgm:pt>
    <dgm:pt modelId="{E697D1C9-85DF-47D5-B521-10FA1E1E700F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Skill Building</a:t>
          </a:r>
        </a:p>
      </dgm:t>
    </dgm:pt>
    <dgm:pt modelId="{56851EC2-B1E0-4B68-A52E-EBF53C573A16}" type="parTrans" cxnId="{F6172ACF-346A-4A26-85EB-D89C64A68B34}">
      <dgm:prSet/>
      <dgm:spPr/>
      <dgm:t>
        <a:bodyPr/>
        <a:lstStyle/>
        <a:p>
          <a:endParaRPr lang="en-IN"/>
        </a:p>
      </dgm:t>
    </dgm:pt>
    <dgm:pt modelId="{B1222C22-09D8-4DE3-AC51-55B962F25A92}" type="sibTrans" cxnId="{F6172ACF-346A-4A26-85EB-D89C64A68B34}">
      <dgm:prSet/>
      <dgm:spPr/>
      <dgm:t>
        <a:bodyPr/>
        <a:lstStyle/>
        <a:p>
          <a:endParaRPr lang="en-IN"/>
        </a:p>
      </dgm:t>
    </dgm:pt>
    <dgm:pt modelId="{F577748E-59B6-4353-BB62-788B29431A1D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92C1C72C-CD0D-4543-ABF2-D2610E6303DD}" type="parTrans" cxnId="{EB32A65E-D655-4FA5-8BBE-95551B3D3DD6}">
      <dgm:prSet/>
      <dgm:spPr/>
      <dgm:t>
        <a:bodyPr/>
        <a:lstStyle/>
        <a:p>
          <a:endParaRPr lang="en-IN"/>
        </a:p>
      </dgm:t>
    </dgm:pt>
    <dgm:pt modelId="{E30BA381-62DF-46D4-A44F-AC9B13881378}" type="sibTrans" cxnId="{EB32A65E-D655-4FA5-8BBE-95551B3D3DD6}">
      <dgm:prSet/>
      <dgm:spPr/>
      <dgm:t>
        <a:bodyPr/>
        <a:lstStyle/>
        <a:p>
          <a:endParaRPr lang="en-IN"/>
        </a:p>
      </dgm:t>
    </dgm:pt>
    <dgm:pt modelId="{D33C013A-2C7C-4E6C-B11F-6D28FCD04105}">
      <dgm:prSet/>
      <dgm:spPr/>
      <dgm:t>
        <a:bodyPr/>
        <a:lstStyle/>
        <a:p>
          <a:r>
            <a:rPr lang="en-IN" dirty="0"/>
            <a:t>Application</a:t>
          </a:r>
        </a:p>
      </dgm:t>
    </dgm:pt>
    <dgm:pt modelId="{0304A1BD-6707-4603-9510-850119DDE8DF}" type="parTrans" cxnId="{7923FFDF-E2DE-408F-8CB5-109A133413A6}">
      <dgm:prSet/>
      <dgm:spPr/>
      <dgm:t>
        <a:bodyPr/>
        <a:lstStyle/>
        <a:p>
          <a:endParaRPr lang="en-IN"/>
        </a:p>
      </dgm:t>
    </dgm:pt>
    <dgm:pt modelId="{64C4FB1C-C56C-4F94-91EA-82A0B3AAC92E}" type="sibTrans" cxnId="{7923FFDF-E2DE-408F-8CB5-109A133413A6}">
      <dgm:prSet/>
      <dgm:spPr/>
      <dgm:t>
        <a:bodyPr/>
        <a:lstStyle/>
        <a:p>
          <a:endParaRPr lang="en-IN"/>
        </a:p>
      </dgm:t>
    </dgm:pt>
    <dgm:pt modelId="{8E76D738-CD67-481B-A8B7-757D9797244A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E1CFF860-E3D6-4EC9-93E9-4AC3BFEBBD66}" type="parTrans" cxnId="{E26C8D01-3395-4291-B888-FEF0B17AE022}">
      <dgm:prSet/>
      <dgm:spPr/>
      <dgm:t>
        <a:bodyPr/>
        <a:lstStyle/>
        <a:p>
          <a:endParaRPr lang="en-IN"/>
        </a:p>
      </dgm:t>
    </dgm:pt>
    <dgm:pt modelId="{732847F1-5871-405C-98B4-84B6D420307D}" type="sibTrans" cxnId="{E26C8D01-3395-4291-B888-FEF0B17AE022}">
      <dgm:prSet/>
      <dgm:spPr/>
      <dgm:t>
        <a:bodyPr/>
        <a:lstStyle/>
        <a:p>
          <a:endParaRPr lang="en-IN"/>
        </a:p>
      </dgm:t>
    </dgm:pt>
    <dgm:pt modelId="{DACC91C5-2B2D-4F6B-97E3-E0CA5E479EDC}">
      <dgm:prSet/>
      <dgm:spPr/>
      <dgm:t>
        <a:bodyPr/>
        <a:lstStyle/>
        <a:p>
          <a:r>
            <a:rPr lang="en-IN" dirty="0"/>
            <a:t>Completion </a:t>
          </a:r>
        </a:p>
        <a:p>
          <a:r>
            <a:rPr lang="en-IN" dirty="0"/>
            <a:t>And Certificate</a:t>
          </a:r>
        </a:p>
      </dgm:t>
    </dgm:pt>
    <dgm:pt modelId="{1C0F7A6B-FDB0-4009-AC5B-8DAA41FC8C07}" type="parTrans" cxnId="{734B68CD-4508-4754-9ADD-17A566AA408B}">
      <dgm:prSet/>
      <dgm:spPr/>
      <dgm:t>
        <a:bodyPr/>
        <a:lstStyle/>
        <a:p>
          <a:endParaRPr lang="en-IN"/>
        </a:p>
      </dgm:t>
    </dgm:pt>
    <dgm:pt modelId="{E986441A-18CE-4F1C-99AC-402FFDA32F2C}" type="sibTrans" cxnId="{734B68CD-4508-4754-9ADD-17A566AA408B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A3442E92-5636-4ED9-828F-074CA9AF306F}" type="pres">
      <dgm:prSet presAssocID="{8E76D738-CD67-481B-A8B7-757D9797244A}" presName="ChildAccent5" presStyleCnt="0"/>
      <dgm:spPr/>
    </dgm:pt>
    <dgm:pt modelId="{D0F02C83-BEAE-46A2-8108-D04D7C3AD4B8}" type="pres">
      <dgm:prSet presAssocID="{8E76D738-CD67-481B-A8B7-757D9797244A}" presName="ChildAccent" presStyleLbl="alignImgPlace1" presStyleIdx="0" presStyleCnt="5"/>
      <dgm:spPr/>
    </dgm:pt>
    <dgm:pt modelId="{2473982D-6CAB-40E6-8B6F-764FDAC53663}" type="pres">
      <dgm:prSet presAssocID="{8E76D738-CD67-481B-A8B7-757D9797244A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D2B5CAE-8F1A-4681-A1C2-C4A1493890EE}" type="pres">
      <dgm:prSet presAssocID="{8E76D738-CD67-481B-A8B7-757D9797244A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0CE924A9-1B4C-45C2-9F5A-A0C5842FF0E4}" type="pres">
      <dgm:prSet presAssocID="{F577748E-59B6-4353-BB62-788B29431A1D}" presName="ChildAccent4" presStyleCnt="0"/>
      <dgm:spPr/>
    </dgm:pt>
    <dgm:pt modelId="{82E9C804-AE47-48EE-86E2-D06907068805}" type="pres">
      <dgm:prSet presAssocID="{F577748E-59B6-4353-BB62-788B29431A1D}" presName="ChildAccent" presStyleLbl="alignImgPlace1" presStyleIdx="1" presStyleCnt="5"/>
      <dgm:spPr/>
    </dgm:pt>
    <dgm:pt modelId="{5BEC6ACA-D95C-46F4-B990-1B52BABBAA8D}" type="pres">
      <dgm:prSet presAssocID="{F577748E-59B6-4353-BB62-788B29431A1D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5DB5EB6-D275-4F22-8B76-7DE9E949D9FC}" type="pres">
      <dgm:prSet presAssocID="{F577748E-59B6-4353-BB62-788B29431A1D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B5CD33E5-62A8-4C9A-A89A-B3E1C90640F3}" type="pres">
      <dgm:prSet presAssocID="{C5377AB8-1B7D-4130-8097-1A8F48107C41}" presName="ChildAccent3" presStyleCnt="0"/>
      <dgm:spPr/>
    </dgm:pt>
    <dgm:pt modelId="{65FF32C9-DA78-49D8-BF29-CB5215ABA58D}" type="pres">
      <dgm:prSet presAssocID="{C5377AB8-1B7D-4130-8097-1A8F48107C41}" presName="ChildAccent" presStyleLbl="alignImgPlace1" presStyleIdx="2" presStyleCnt="5"/>
      <dgm:spPr/>
    </dgm:pt>
    <dgm:pt modelId="{C13C23F1-ADB5-4E1D-A656-704C92558F60}" type="pres">
      <dgm:prSet presAssocID="{C5377AB8-1B7D-4130-8097-1A8F48107C41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88AF9B3-01EC-42F9-A58B-BC430F46D83F}" type="pres">
      <dgm:prSet presAssocID="{C5377AB8-1B7D-4130-8097-1A8F48107C41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D27D7EB5-3B50-49B4-8407-C593F9B72776}" type="pres">
      <dgm:prSet presAssocID="{05798B1A-F036-47D4-A180-C95E5BE305BC}" presName="ChildAccent2" presStyleCnt="0"/>
      <dgm:spPr/>
    </dgm:pt>
    <dgm:pt modelId="{464755E3-B242-48C4-9A88-EFC3889BBEAF}" type="pres">
      <dgm:prSet presAssocID="{05798B1A-F036-47D4-A180-C95E5BE305BC}" presName="ChildAccent" presStyleLbl="alignImgPlace1" presStyleIdx="3" presStyleCnt="5"/>
      <dgm:spPr/>
    </dgm:pt>
    <dgm:pt modelId="{A011BAE0-4173-450A-A82C-155F3D03EFC4}" type="pres">
      <dgm:prSet presAssocID="{05798B1A-F036-47D4-A180-C95E5BE305BC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8061757-EBF9-4BDC-BC4D-307D31275A2B}" type="pres">
      <dgm:prSet presAssocID="{05798B1A-F036-47D4-A180-C95E5BE305BC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B36F2994-3858-4C4B-943C-E008BD34B654}" type="pres">
      <dgm:prSet presAssocID="{BB94B3CB-6751-4588-AC02-8566F3E18107}" presName="ChildAccent1" presStyleCnt="0"/>
      <dgm:spPr/>
    </dgm:pt>
    <dgm:pt modelId="{8FB74DF4-A76A-45F5-ADE1-B12A4A8C2332}" type="pres">
      <dgm:prSet presAssocID="{BB94B3CB-6751-4588-AC02-8566F3E18107}" presName="ChildAccent" presStyleLbl="alignImgPlace1" presStyleIdx="4" presStyleCnt="5"/>
      <dgm:spPr/>
    </dgm:pt>
    <dgm:pt modelId="{A11D2408-C5CE-47FE-A839-B5DAE81196C0}" type="pres">
      <dgm:prSet presAssocID="{BB94B3CB-6751-4588-AC02-8566F3E18107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93C0DBD-04CA-4DA8-8D7B-31D9F638EBDC}" type="pres">
      <dgm:prSet presAssocID="{BB94B3CB-6751-4588-AC02-8566F3E18107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E26C8D01-3395-4291-B888-FEF0B17AE022}" srcId="{5751524B-FB67-4894-A0C5-35151E149D68}" destId="{8E76D738-CD67-481B-A8B7-757D9797244A}" srcOrd="4" destOrd="0" parTransId="{E1CFF860-E3D6-4EC9-93E9-4AC3BFEBBD66}" sibTransId="{732847F1-5871-405C-98B4-84B6D420307D}"/>
    <dgm:cxn modelId="{F5ABFC21-27CB-419D-8963-284F9180DCBE}" type="presOf" srcId="{BB94B3CB-6751-4588-AC02-8566F3E18107}" destId="{893C0DBD-04CA-4DA8-8D7B-31D9F638EBDC}" srcOrd="0" destOrd="0" presId="urn:microsoft.com/office/officeart/2011/layout/InterconnectedBlockProcess"/>
    <dgm:cxn modelId="{DEF4E22C-EA8B-4195-B764-E60F36ADB70B}" srcId="{5751524B-FB67-4894-A0C5-35151E149D68}" destId="{C5377AB8-1B7D-4130-8097-1A8F48107C41}" srcOrd="2" destOrd="0" parTransId="{16E683CD-5DAF-4C7A-8FFA-B30FD8E6DC04}" sibTransId="{4D01B302-C074-4487-AAE9-EC8CB033D720}"/>
    <dgm:cxn modelId="{96C8A434-0410-422B-AB68-D9CEB9381712}" srcId="{5751524B-FB67-4894-A0C5-35151E149D68}" destId="{05798B1A-F036-47D4-A180-C95E5BE305BC}" srcOrd="1" destOrd="0" parTransId="{CFFA8215-26D1-4505-B4B9-646496F6A2D1}" sibTransId="{92D440DF-A301-4EDC-AA3D-A0D9BC7CE082}"/>
    <dgm:cxn modelId="{7B96353A-21F5-47F3-90AB-9055508B6308}" srcId="{BB94B3CB-6751-4588-AC02-8566F3E18107}" destId="{CF85A230-6D27-48BC-92F6-5B8F1F519C69}" srcOrd="0" destOrd="0" parTransId="{A367413E-810E-4315-8222-6DD27B6D562C}" sibTransId="{8F657812-A544-4D0D-865A-77A09B377133}"/>
    <dgm:cxn modelId="{EB32A65E-D655-4FA5-8BBE-95551B3D3DD6}" srcId="{5751524B-FB67-4894-A0C5-35151E149D68}" destId="{F577748E-59B6-4353-BB62-788B29431A1D}" srcOrd="3" destOrd="0" parTransId="{92C1C72C-CD0D-4543-ABF2-D2610E6303DD}" sibTransId="{E30BA381-62DF-46D4-A44F-AC9B13881378}"/>
    <dgm:cxn modelId="{D11D6163-C912-4162-B7FC-0CC88540F0F2}" type="presOf" srcId="{05798B1A-F036-47D4-A180-C95E5BE305BC}" destId="{B8061757-EBF9-4BDC-BC4D-307D31275A2B}" srcOrd="0" destOrd="0" presId="urn:microsoft.com/office/officeart/2011/layout/InterconnectedBlockProcess"/>
    <dgm:cxn modelId="{6473F44E-E502-4480-82C6-0A29EE88444D}" type="presOf" srcId="{8E148792-35D4-43F3-8F20-09BD1ED3D9EC}" destId="{A011BAE0-4173-450A-A82C-155F3D03EFC4}" srcOrd="1" destOrd="0" presId="urn:microsoft.com/office/officeart/2011/layout/InterconnectedBlockProcess"/>
    <dgm:cxn modelId="{2E934786-5C81-43EE-8FEF-DE771CE3669C}" type="presOf" srcId="{DACC91C5-2B2D-4F6B-97E3-E0CA5E479EDC}" destId="{D0F02C83-BEAE-46A2-8108-D04D7C3AD4B8}" srcOrd="0" destOrd="0" presId="urn:microsoft.com/office/officeart/2011/layout/InterconnectedBlockProcess"/>
    <dgm:cxn modelId="{F58E0490-9809-477F-8633-1C72C7F452D5}" type="presOf" srcId="{8E148792-35D4-43F3-8F20-09BD1ED3D9EC}" destId="{464755E3-B242-48C4-9A88-EFC3889BBEAF}" srcOrd="0" destOrd="0" presId="urn:microsoft.com/office/officeart/2011/layout/InterconnectedBlockProcess"/>
    <dgm:cxn modelId="{8C30B0A7-72F3-4A51-8B97-A0E369BB491B}" type="presOf" srcId="{DACC91C5-2B2D-4F6B-97E3-E0CA5E479EDC}" destId="{2473982D-6CAB-40E6-8B6F-764FDAC53663}" srcOrd="1" destOrd="0" presId="urn:microsoft.com/office/officeart/2011/layout/InterconnectedBlockProcess"/>
    <dgm:cxn modelId="{45530BA9-79DB-4AC6-89A8-0723EF56A4DE}" type="presOf" srcId="{C5377AB8-1B7D-4130-8097-1A8F48107C41}" destId="{B88AF9B3-01EC-42F9-A58B-BC430F46D83F}" srcOrd="0" destOrd="0" presId="urn:microsoft.com/office/officeart/2011/layout/InterconnectedBlockProcess"/>
    <dgm:cxn modelId="{5B1CA3B8-EC45-4F1E-B1BA-8F41335DCDB7}" type="presOf" srcId="{D33C013A-2C7C-4E6C-B11F-6D28FCD04105}" destId="{5BEC6ACA-D95C-46F4-B990-1B52BABBAA8D}" srcOrd="1" destOrd="0" presId="urn:microsoft.com/office/officeart/2011/layout/InterconnectedBlockProcess"/>
    <dgm:cxn modelId="{70A002C1-CF2F-4E9F-ADFA-9E4B8892BDE3}" type="presOf" srcId="{8E76D738-CD67-481B-A8B7-757D9797244A}" destId="{8D2B5CAE-8F1A-4681-A1C2-C4A1493890EE}" srcOrd="0" destOrd="0" presId="urn:microsoft.com/office/officeart/2011/layout/InterconnectedBlockProcess"/>
    <dgm:cxn modelId="{B5AC02CB-E6CE-40BC-8DB9-ACC8BB3E6AD0}" type="presOf" srcId="{CF85A230-6D27-48BC-92F6-5B8F1F519C69}" destId="{8FB74DF4-A76A-45F5-ADE1-B12A4A8C2332}" srcOrd="0" destOrd="0" presId="urn:microsoft.com/office/officeart/2011/layout/InterconnectedBlockProcess"/>
    <dgm:cxn modelId="{734B68CD-4508-4754-9ADD-17A566AA408B}" srcId="{8E76D738-CD67-481B-A8B7-757D9797244A}" destId="{DACC91C5-2B2D-4F6B-97E3-E0CA5E479EDC}" srcOrd="0" destOrd="0" parTransId="{1C0F7A6B-FDB0-4009-AC5B-8DAA41FC8C07}" sibTransId="{E986441A-18CE-4F1C-99AC-402FFDA32F2C}"/>
    <dgm:cxn modelId="{F6172ACF-346A-4A26-85EB-D89C64A68B34}" srcId="{C5377AB8-1B7D-4130-8097-1A8F48107C41}" destId="{E697D1C9-85DF-47D5-B521-10FA1E1E700F}" srcOrd="0" destOrd="0" parTransId="{56851EC2-B1E0-4B68-A52E-EBF53C573A16}" sibTransId="{B1222C22-09D8-4DE3-AC51-55B962F25A92}"/>
    <dgm:cxn modelId="{B13E25D6-F43C-4D62-819A-B7B67272C555}" type="presOf" srcId="{E697D1C9-85DF-47D5-B521-10FA1E1E700F}" destId="{65FF32C9-DA78-49D8-BF29-CB5215ABA58D}" srcOrd="0" destOrd="0" presId="urn:microsoft.com/office/officeart/2011/layout/InterconnectedBlockProcess"/>
    <dgm:cxn modelId="{7923FFDF-E2DE-408F-8CB5-109A133413A6}" srcId="{F577748E-59B6-4353-BB62-788B29431A1D}" destId="{D33C013A-2C7C-4E6C-B11F-6D28FCD04105}" srcOrd="0" destOrd="0" parTransId="{0304A1BD-6707-4603-9510-850119DDE8DF}" sibTransId="{64C4FB1C-C56C-4F94-91EA-82A0B3AAC92E}"/>
    <dgm:cxn modelId="{EB8E0FE0-B2CD-42DB-BD99-5B7E9A7B83EE}" type="presOf" srcId="{CF85A230-6D27-48BC-92F6-5B8F1F519C69}" destId="{A11D2408-C5CE-47FE-A839-B5DAE81196C0}" srcOrd="1" destOrd="0" presId="urn:microsoft.com/office/officeart/2011/layout/InterconnectedBlockProcess"/>
    <dgm:cxn modelId="{FFA2A2E5-90B7-4BBF-9D75-4F1DF5D53D3C}" srcId="{5751524B-FB67-4894-A0C5-35151E149D68}" destId="{BB94B3CB-6751-4588-AC02-8566F3E18107}" srcOrd="0" destOrd="0" parTransId="{3D6D565C-B3F1-4524-9DF7-A33FBC28AFBE}" sibTransId="{AD1E41CB-62E6-4BFC-B22F-CE43896CD7B0}"/>
    <dgm:cxn modelId="{00CB8BE6-6F49-49DB-857C-482757AE5BA3}" srcId="{05798B1A-F036-47D4-A180-C95E5BE305BC}" destId="{8E148792-35D4-43F3-8F20-09BD1ED3D9EC}" srcOrd="0" destOrd="0" parTransId="{B0E727A0-EA6E-4660-9A6B-3E8DCD9EAA73}" sibTransId="{9E04BA2B-DB9E-48DE-AA37-73E9898AEF35}"/>
    <dgm:cxn modelId="{974E17EA-C35F-4A3B-9F68-E2F35F081A2E}" type="presOf" srcId="{F577748E-59B6-4353-BB62-788B29431A1D}" destId="{F5DB5EB6-D275-4F22-8B76-7DE9E949D9FC}" srcOrd="0" destOrd="0" presId="urn:microsoft.com/office/officeart/2011/layout/InterconnectedBlockProcess"/>
    <dgm:cxn modelId="{B8F796EC-941F-4492-9110-E94F6FB7B9E4}" type="presOf" srcId="{D33C013A-2C7C-4E6C-B11F-6D28FCD04105}" destId="{82E9C804-AE47-48EE-86E2-D06907068805}" srcOrd="0" destOrd="0" presId="urn:microsoft.com/office/officeart/2011/layout/InterconnectedBlockProcess"/>
    <dgm:cxn modelId="{FD174DFE-3025-4BEA-87B2-ACE2A9AB5623}" type="presOf" srcId="{E697D1C9-85DF-47D5-B521-10FA1E1E700F}" destId="{C13C23F1-ADB5-4E1D-A656-704C92558F60}" srcOrd="1" destOrd="0" presId="urn:microsoft.com/office/officeart/2011/layout/InterconnectedBlockProcess"/>
    <dgm:cxn modelId="{6EAB1B10-2848-475F-A7BD-C2A060FC4AC1}" type="presParOf" srcId="{A6BCDA7B-D633-438F-B44D-CB4D60E5C492}" destId="{A3442E92-5636-4ED9-828F-074CA9AF306F}" srcOrd="0" destOrd="0" presId="urn:microsoft.com/office/officeart/2011/layout/InterconnectedBlockProcess"/>
    <dgm:cxn modelId="{B57960FB-7B50-4A19-9639-B30D9DE80D9D}" type="presParOf" srcId="{A3442E92-5636-4ED9-828F-074CA9AF306F}" destId="{D0F02C83-BEAE-46A2-8108-D04D7C3AD4B8}" srcOrd="0" destOrd="0" presId="urn:microsoft.com/office/officeart/2011/layout/InterconnectedBlockProcess"/>
    <dgm:cxn modelId="{D21315A6-5B71-4EE9-9145-26CC9D7F43E2}" type="presParOf" srcId="{A6BCDA7B-D633-438F-B44D-CB4D60E5C492}" destId="{2473982D-6CAB-40E6-8B6F-764FDAC53663}" srcOrd="1" destOrd="0" presId="urn:microsoft.com/office/officeart/2011/layout/InterconnectedBlockProcess"/>
    <dgm:cxn modelId="{D52609DB-1B23-4A15-AB6E-FED8DB1F43DE}" type="presParOf" srcId="{A6BCDA7B-D633-438F-B44D-CB4D60E5C492}" destId="{8D2B5CAE-8F1A-4681-A1C2-C4A1493890EE}" srcOrd="2" destOrd="0" presId="urn:microsoft.com/office/officeart/2011/layout/InterconnectedBlockProcess"/>
    <dgm:cxn modelId="{1661976B-104F-4AA6-B851-12D06C5C74BD}" type="presParOf" srcId="{A6BCDA7B-D633-438F-B44D-CB4D60E5C492}" destId="{0CE924A9-1B4C-45C2-9F5A-A0C5842FF0E4}" srcOrd="3" destOrd="0" presId="urn:microsoft.com/office/officeart/2011/layout/InterconnectedBlockProcess"/>
    <dgm:cxn modelId="{6265BD02-68A6-4E53-8E3E-CFF6B7EC62A2}" type="presParOf" srcId="{0CE924A9-1B4C-45C2-9F5A-A0C5842FF0E4}" destId="{82E9C804-AE47-48EE-86E2-D06907068805}" srcOrd="0" destOrd="0" presId="urn:microsoft.com/office/officeart/2011/layout/InterconnectedBlockProcess"/>
    <dgm:cxn modelId="{11AA3BD1-73C9-4E8C-BC36-A5B56CAFC1CC}" type="presParOf" srcId="{A6BCDA7B-D633-438F-B44D-CB4D60E5C492}" destId="{5BEC6ACA-D95C-46F4-B990-1B52BABBAA8D}" srcOrd="4" destOrd="0" presId="urn:microsoft.com/office/officeart/2011/layout/InterconnectedBlockProcess"/>
    <dgm:cxn modelId="{7A4FE068-707A-439D-8668-A8EBEC8F876A}" type="presParOf" srcId="{A6BCDA7B-D633-438F-B44D-CB4D60E5C492}" destId="{F5DB5EB6-D275-4F22-8B76-7DE9E949D9FC}" srcOrd="5" destOrd="0" presId="urn:microsoft.com/office/officeart/2011/layout/InterconnectedBlockProcess"/>
    <dgm:cxn modelId="{94677956-93EB-4639-8444-08D1F00FA7E0}" type="presParOf" srcId="{A6BCDA7B-D633-438F-B44D-CB4D60E5C492}" destId="{B5CD33E5-62A8-4C9A-A89A-B3E1C90640F3}" srcOrd="6" destOrd="0" presId="urn:microsoft.com/office/officeart/2011/layout/InterconnectedBlockProcess"/>
    <dgm:cxn modelId="{0FED79E7-DF48-45FE-B87A-937B87550763}" type="presParOf" srcId="{B5CD33E5-62A8-4C9A-A89A-B3E1C90640F3}" destId="{65FF32C9-DA78-49D8-BF29-CB5215ABA58D}" srcOrd="0" destOrd="0" presId="urn:microsoft.com/office/officeart/2011/layout/InterconnectedBlockProcess"/>
    <dgm:cxn modelId="{83F60B94-CF92-4F0E-9E56-7327CB3DB4AA}" type="presParOf" srcId="{A6BCDA7B-D633-438F-B44D-CB4D60E5C492}" destId="{C13C23F1-ADB5-4E1D-A656-704C92558F60}" srcOrd="7" destOrd="0" presId="urn:microsoft.com/office/officeart/2011/layout/InterconnectedBlockProcess"/>
    <dgm:cxn modelId="{AD3F77D1-CC2E-42CA-9978-3B7BCACEC8AA}" type="presParOf" srcId="{A6BCDA7B-D633-438F-B44D-CB4D60E5C492}" destId="{B88AF9B3-01EC-42F9-A58B-BC430F46D83F}" srcOrd="8" destOrd="0" presId="urn:microsoft.com/office/officeart/2011/layout/InterconnectedBlockProcess"/>
    <dgm:cxn modelId="{D7E88078-9FB1-4FCD-A43D-1F1780CD995A}" type="presParOf" srcId="{A6BCDA7B-D633-438F-B44D-CB4D60E5C492}" destId="{D27D7EB5-3B50-49B4-8407-C593F9B72776}" srcOrd="9" destOrd="0" presId="urn:microsoft.com/office/officeart/2011/layout/InterconnectedBlockProcess"/>
    <dgm:cxn modelId="{DAEDE419-9F43-43B4-B8C2-3C77A251F0EB}" type="presParOf" srcId="{D27D7EB5-3B50-49B4-8407-C593F9B72776}" destId="{464755E3-B242-48C4-9A88-EFC3889BBEAF}" srcOrd="0" destOrd="0" presId="urn:microsoft.com/office/officeart/2011/layout/InterconnectedBlockProcess"/>
    <dgm:cxn modelId="{C832A11D-D949-4CB9-82A1-5796C69FD6E3}" type="presParOf" srcId="{A6BCDA7B-D633-438F-B44D-CB4D60E5C492}" destId="{A011BAE0-4173-450A-A82C-155F3D03EFC4}" srcOrd="10" destOrd="0" presId="urn:microsoft.com/office/officeart/2011/layout/InterconnectedBlockProcess"/>
    <dgm:cxn modelId="{A7A4F241-E4C3-4D18-8ADA-A22A5A8B2B78}" type="presParOf" srcId="{A6BCDA7B-D633-438F-B44D-CB4D60E5C492}" destId="{B8061757-EBF9-4BDC-BC4D-307D31275A2B}" srcOrd="11" destOrd="0" presId="urn:microsoft.com/office/officeart/2011/layout/InterconnectedBlockProcess"/>
    <dgm:cxn modelId="{7C05A4FD-6697-4C71-A3DB-CFCC829D9709}" type="presParOf" srcId="{A6BCDA7B-D633-438F-B44D-CB4D60E5C492}" destId="{B36F2994-3858-4C4B-943C-E008BD34B654}" srcOrd="12" destOrd="0" presId="urn:microsoft.com/office/officeart/2011/layout/InterconnectedBlockProcess"/>
    <dgm:cxn modelId="{0F2BF914-CFAA-4E5C-B4B9-23A02F5CFFF8}" type="presParOf" srcId="{B36F2994-3858-4C4B-943C-E008BD34B654}" destId="{8FB74DF4-A76A-45F5-ADE1-B12A4A8C2332}" srcOrd="0" destOrd="0" presId="urn:microsoft.com/office/officeart/2011/layout/InterconnectedBlockProcess"/>
    <dgm:cxn modelId="{6519D2EE-06D1-4F85-AF29-0C0A371039D4}" type="presParOf" srcId="{A6BCDA7B-D633-438F-B44D-CB4D60E5C492}" destId="{A11D2408-C5CE-47FE-A839-B5DAE81196C0}" srcOrd="13" destOrd="0" presId="urn:microsoft.com/office/officeart/2011/layout/InterconnectedBlockProcess"/>
    <dgm:cxn modelId="{8CEACD5F-CC9F-4039-AF99-BDA5D26C0D7C}" type="presParOf" srcId="{A6BCDA7B-D633-438F-B44D-CB4D60E5C492}" destId="{893C0DBD-04CA-4DA8-8D7B-31D9F638EBDC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F02C83-BEAE-46A2-8108-D04D7C3AD4B8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Completion </a:t>
          </a:r>
        </a:p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And Certificate</a:t>
          </a:r>
        </a:p>
      </dsp:txBody>
      <dsp:txXfrm>
        <a:off x="7335949" y="811639"/>
        <a:ext cx="1116055" cy="3246556"/>
      </dsp:txXfrm>
    </dsp:sp>
    <dsp:sp modelId="{8D2B5CAE-8F1A-4681-A1C2-C4A1493890E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82E9C804-AE47-48EE-86E2-D06907068805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Application</a:t>
          </a:r>
        </a:p>
      </dsp:txBody>
      <dsp:txXfrm>
        <a:off x="6060823" y="811639"/>
        <a:ext cx="1116055" cy="3043646"/>
      </dsp:txXfrm>
    </dsp:sp>
    <dsp:sp modelId="{F5DB5EB6-D275-4F22-8B76-7DE9E949D9FC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65FF32C9-DA78-49D8-BF29-CB5215ABA58D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Skill Building</a:t>
          </a:r>
        </a:p>
      </dsp:txBody>
      <dsp:txXfrm>
        <a:off x="4782502" y="811639"/>
        <a:ext cx="1116055" cy="2840736"/>
      </dsp:txXfrm>
    </dsp:sp>
    <dsp:sp modelId="{B88AF9B3-01EC-42F9-A58B-BC430F46D83F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464755E3-B242-48C4-9A88-EFC3889BBEAF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Training</a:t>
          </a:r>
        </a:p>
      </dsp:txBody>
      <dsp:txXfrm>
        <a:off x="3504181" y="811639"/>
        <a:ext cx="1116055" cy="2637826"/>
      </dsp:txXfrm>
    </dsp:sp>
    <dsp:sp modelId="{B8061757-EBF9-4BDC-BC4D-307D31275A2B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8FB74DF4-A76A-45F5-ADE1-B12A4A8C2332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On</a:t>
          </a:r>
        </a:p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boarding</a:t>
          </a:r>
        </a:p>
      </dsp:txBody>
      <dsp:txXfrm>
        <a:off x="2225860" y="811639"/>
        <a:ext cx="1116055" cy="2434917"/>
      </dsp:txXfrm>
    </dsp:sp>
    <dsp:sp modelId="{893C0DBD-04CA-4DA8-8D7B-31D9F638EBDC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06/03/2026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06-03-2026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</a:t>
            </a:r>
            <a:r>
              <a:rPr lang="en-US" sz="17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Thabassum</a:t>
            </a: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Khan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 err="1">
                <a:solidFill>
                  <a:srgbClr val="000000"/>
                </a:solidFill>
              </a:rPr>
              <a:t>B.tech</a:t>
            </a:r>
            <a:r>
              <a:rPr lang="en-US" sz="2000" b="1" dirty="0">
                <a:solidFill>
                  <a:srgbClr val="000000"/>
                </a:solidFill>
              </a:rPr>
              <a:t> Computer Science and Technology (Big Data)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IN" sz="2000" b="1" dirty="0">
                <a:solidFill>
                  <a:srgbClr val="000000"/>
                </a:solidFill>
              </a:rPr>
              <a:t>Dr. </a:t>
            </a:r>
            <a:r>
              <a:rPr lang="en-IN" sz="2000" b="1" dirty="0" err="1">
                <a:solidFill>
                  <a:srgbClr val="000000"/>
                </a:solidFill>
              </a:rPr>
              <a:t>Pravinth</a:t>
            </a:r>
            <a:r>
              <a:rPr lang="en-IN" sz="2000" b="1" dirty="0">
                <a:solidFill>
                  <a:srgbClr val="000000"/>
                </a:solidFill>
              </a:rPr>
              <a:t> Raja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IN" sz="2000" b="1" dirty="0">
                <a:solidFill>
                  <a:srgbClr val="000000"/>
                </a:solidFill>
              </a:rPr>
              <a:t>Ms. Nisha Robin Rohit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Review-3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TITLE OF THE INTERNSHIP / WORK ASSIGNED / DOMAIN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868324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VENKATA HEMANTH.N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20221CBD0007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08CBD-01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/>
          </a:bodyPr>
          <a:lstStyle/>
          <a:p>
            <a:r>
              <a:rPr lang="en-US" sz="2500" b="1" dirty="0"/>
              <a:t>Rittal India Private Limited</a:t>
            </a:r>
            <a:r>
              <a:rPr lang="en-US" sz="2500" dirty="0"/>
              <a:t> is a leading company that provides </a:t>
            </a:r>
            <a:r>
              <a:rPr lang="en-US" sz="2500" b="1" dirty="0"/>
              <a:t>industrial and IT infrastructure solutions</a:t>
            </a:r>
            <a:r>
              <a:rPr lang="en-US" sz="2500" dirty="0"/>
              <a:t>, specializing in </a:t>
            </a:r>
            <a:r>
              <a:rPr lang="en-US" sz="2500" b="1" dirty="0"/>
              <a:t>enclosure systems, power distribution, thermal management, and data center solutions</a:t>
            </a:r>
            <a:r>
              <a:rPr lang="en-US" sz="2500" dirty="0"/>
              <a:t>. It is a subsidiary of </a:t>
            </a:r>
            <a:r>
              <a:rPr lang="en-US" sz="2500" b="1" dirty="0"/>
              <a:t>Rittal GmbH &amp; Co. KG, Germany</a:t>
            </a:r>
            <a:r>
              <a:rPr lang="en-US" sz="2500" dirty="0"/>
              <a:t>, part of the </a:t>
            </a:r>
            <a:r>
              <a:rPr lang="en-US" sz="2500" b="1" dirty="0"/>
              <a:t>Friedhelm Loh Group</a:t>
            </a:r>
            <a:r>
              <a:rPr lang="en-US" sz="2500" dirty="0"/>
              <a:t>.</a:t>
            </a:r>
            <a:endParaRPr lang="en-US" altLang="en-US" sz="2500" dirty="0">
              <a:latin typeface="Arial" panose="020B0604020202020204" pitchFamily="34" charset="0"/>
            </a:endParaRPr>
          </a:p>
          <a:p>
            <a:r>
              <a:rPr lang="en-US" sz="2500" dirty="0"/>
              <a:t>Subsidiary of </a:t>
            </a:r>
            <a:r>
              <a:rPr lang="en-US" sz="2500" b="1" dirty="0"/>
              <a:t>Rittal GmbH &amp; Co. KG, Germany</a:t>
            </a:r>
            <a:endParaRPr lang="en-US" sz="2500" dirty="0"/>
          </a:p>
          <a:p>
            <a:r>
              <a:rPr lang="en-US" sz="2500" dirty="0"/>
              <a:t>Established in </a:t>
            </a:r>
            <a:r>
              <a:rPr lang="en-US" sz="2500" b="1" dirty="0"/>
              <a:t>India in 1996</a:t>
            </a:r>
          </a:p>
          <a:p>
            <a:r>
              <a:rPr lang="en-US" sz="2500" dirty="0"/>
              <a:t>Provides </a:t>
            </a:r>
            <a:r>
              <a:rPr lang="en-US" sz="2500" b="1" dirty="0"/>
              <a:t>industrial and IT infrastructure solutions</a:t>
            </a:r>
          </a:p>
          <a:p>
            <a:r>
              <a:rPr lang="en-US" sz="2500" dirty="0"/>
              <a:t>Major products include </a:t>
            </a:r>
            <a:r>
              <a:rPr lang="en-US" sz="2500" b="1" dirty="0"/>
              <a:t>enclosures, cooling systems, power distribution, and IT infrastructure</a:t>
            </a:r>
            <a:endParaRPr lang="en-US" sz="25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Domain:</a:t>
            </a:r>
            <a:r>
              <a:rPr lang="en-US" dirty="0"/>
              <a:t> Research &amp; Development (R&amp;D)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Role:</a:t>
            </a:r>
            <a:r>
              <a:rPr lang="en-US" dirty="0"/>
              <a:t> Embedded Software Developer Intern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Working as a </a:t>
            </a:r>
            <a:r>
              <a:rPr lang="en-US" b="1" dirty="0"/>
              <a:t>Software Developer Intern</a:t>
            </a:r>
            <a:r>
              <a:rPr lang="en-US" dirty="0"/>
              <a:t> in the </a:t>
            </a:r>
            <a:r>
              <a:rPr lang="en-US" b="1" dirty="0"/>
              <a:t>R&amp;D (Embedded Systems) domain</a:t>
            </a:r>
          </a:p>
          <a:p>
            <a:r>
              <a:rPr lang="en-US" dirty="0"/>
              <a:t>Currently in the </a:t>
            </a:r>
            <a:r>
              <a:rPr lang="en-US" b="1" dirty="0"/>
              <a:t>office I am developing web Application .</a:t>
            </a:r>
          </a:p>
          <a:p>
            <a:r>
              <a:rPr lang="en-US" dirty="0"/>
              <a:t>On the process of connecting the Application to backend Database.</a:t>
            </a:r>
          </a:p>
          <a:p>
            <a:r>
              <a:rPr lang="en-US" dirty="0"/>
              <a:t>Gaining knowledge of full stack development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indent="0" defTabSz="306324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943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2300" b="1" dirty="0"/>
              <a:t>Team Size:</a:t>
            </a:r>
            <a:r>
              <a:rPr lang="en-US" sz="2300" dirty="0"/>
              <a:t> 1 member</a:t>
            </a:r>
          </a:p>
          <a:p>
            <a:pPr marL="0" indent="0" defTabSz="306324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943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sz="2300" dirty="0"/>
          </a:p>
          <a:p>
            <a:pPr marL="0" indent="0" defTabSz="306324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943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2300" b="1" dirty="0"/>
              <a:t>Team Composition:</a:t>
            </a:r>
            <a:r>
              <a:rPr lang="en-US" sz="2300" dirty="0"/>
              <a:t> Research &amp; Development (R&amp;D) undergoing training in</a:t>
            </a:r>
            <a:r>
              <a:rPr lang="en-US" sz="2300" b="1" dirty="0"/>
              <a:t> :</a:t>
            </a:r>
            <a:r>
              <a:rPr lang="en-US" sz="2300" dirty="0"/>
              <a:t> Embedded Software Developer Intern</a:t>
            </a:r>
          </a:p>
          <a:p>
            <a:pPr marL="0" indent="0">
              <a:buNone/>
            </a:pPr>
            <a:r>
              <a:rPr lang="en-US" sz="2300" b="1" dirty="0"/>
              <a:t>Current Activity:</a:t>
            </a:r>
            <a:r>
              <a:rPr lang="en-US" sz="2300" dirty="0"/>
              <a:t> </a:t>
            </a:r>
          </a:p>
          <a:p>
            <a:r>
              <a:rPr lang="en-US" sz="2300" dirty="0"/>
              <a:t>Learning how to develop web Application using HTML5, CSS and JAVASCRIPT for frontend.</a:t>
            </a:r>
            <a:br>
              <a:rPr lang="en-US" sz="2300" dirty="0"/>
            </a:br>
            <a:r>
              <a:rPr lang="en-US" sz="2300" dirty="0"/>
              <a:t>Learning how REST API works .</a:t>
            </a:r>
            <a:br>
              <a:rPr lang="en-US" sz="2300" dirty="0"/>
            </a:br>
            <a:r>
              <a:rPr lang="en-US" sz="2300" dirty="0"/>
              <a:t>Learning how to create </a:t>
            </a:r>
            <a:r>
              <a:rPr lang="en-US" sz="2300" dirty="0" err="1"/>
              <a:t>json</a:t>
            </a:r>
            <a:r>
              <a:rPr lang="en-US" sz="2300" dirty="0"/>
              <a:t> format database file.</a:t>
            </a:r>
          </a:p>
          <a:p>
            <a:pPr marL="0" indent="0" defTabSz="306324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943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2300" b="1" dirty="0"/>
              <a:t>Reporting:</a:t>
            </a:r>
            <a:r>
              <a:rPr lang="en-US" sz="2300" dirty="0"/>
              <a:t> Guided by an Internship Mentor for progress reviews and learning assessments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Understanding the existing project structure and code initially took time.</a:t>
            </a:r>
          </a:p>
          <a:p>
            <a:r>
              <a:rPr lang="en-US" dirty="0"/>
              <a:t>Connecting the frontend dashboard with the backend server was challenging at first.</a:t>
            </a:r>
          </a:p>
          <a:p>
            <a:r>
              <a:rPr lang="en-US" dirty="0"/>
              <a:t>Debugging errors in the program required careful testing and troubleshooting.</a:t>
            </a:r>
          </a:p>
          <a:p>
            <a:r>
              <a:rPr lang="en-US" dirty="0"/>
              <a:t>Implementing sensor data logging in Excel needed learning new libraries.</a:t>
            </a:r>
          </a:p>
          <a:p>
            <a:r>
              <a:rPr lang="en-US" dirty="0"/>
              <a:t>Designing a clear and user-friendly dashboard interface was difficult initially.</a:t>
            </a:r>
          </a:p>
          <a:p>
            <a:r>
              <a:rPr lang="en-US" dirty="0"/>
              <a:t>Managing time while learning new technologies and completing tasks was challenging.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To gain </a:t>
            </a:r>
            <a:r>
              <a:rPr lang="en-US" b="1" dirty="0"/>
              <a:t>practical exposure to industrial technologies</a:t>
            </a:r>
            <a:r>
              <a:rPr lang="en-US" dirty="0"/>
              <a:t> and R&amp;D activities</a:t>
            </a:r>
          </a:p>
          <a:p>
            <a:r>
              <a:rPr lang="en-US" dirty="0"/>
              <a:t>To support ongoing work through </a:t>
            </a:r>
            <a:r>
              <a:rPr lang="en-US" b="1" dirty="0"/>
              <a:t>documentation, analysis, and learning-based contributions</a:t>
            </a:r>
          </a:p>
          <a:p>
            <a:r>
              <a:rPr lang="en-US" dirty="0"/>
              <a:t>To develop </a:t>
            </a:r>
            <a:r>
              <a:rPr lang="en-US" b="1" dirty="0"/>
              <a:t>technical, organizational, and professional skills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2868B3B-CB7E-3463-915F-34BDA390F6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83769"/>
            <a:ext cx="1112782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industrial systems use sensors to monitor parameters like temperature, pressure, and flow in real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monitoring systems use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 and web technologies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collect and display sensor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Web-based dashboards allow users to monitor systems remotely and easily detect faults.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logging systems store sensor data for analysis and troubleshooting.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studies helped in developing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 Monitoring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real-time monitoring and system status analysis.</a:t>
            </a:r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proposed system is a </a:t>
            </a:r>
            <a:r>
              <a:rPr lang="en-US" b="1" dirty="0"/>
              <a:t>web-based sensor monitoring system</a:t>
            </a:r>
            <a:r>
              <a:rPr lang="en-US" dirty="0"/>
              <a:t> that displays real-time sensor data.</a:t>
            </a:r>
          </a:p>
          <a:p>
            <a:r>
              <a:rPr lang="en-US" dirty="0"/>
              <a:t>It monitors different sensors such as </a:t>
            </a:r>
            <a:r>
              <a:rPr lang="en-US" b="1" dirty="0"/>
              <a:t>temperature, pressure, flow, pump, valve, and leak detection</a:t>
            </a:r>
            <a:r>
              <a:rPr lang="en-US" dirty="0"/>
              <a:t>.</a:t>
            </a:r>
          </a:p>
          <a:p>
            <a:r>
              <a:rPr lang="en-US" dirty="0"/>
              <a:t>The system provides a </a:t>
            </a:r>
            <a:r>
              <a:rPr lang="en-US" b="1" dirty="0"/>
              <a:t>dashboard interface</a:t>
            </a:r>
            <a:r>
              <a:rPr lang="en-US" dirty="0"/>
              <a:t> to view the overall system status.</a:t>
            </a:r>
          </a:p>
          <a:p>
            <a:r>
              <a:rPr lang="en-US" dirty="0"/>
              <a:t>Alarm detection is implemented to alert users when sensor values exceed the set limits.</a:t>
            </a:r>
          </a:p>
          <a:p>
            <a:r>
              <a:rPr lang="en-US" dirty="0"/>
              <a:t>Sensor data is </a:t>
            </a:r>
            <a:r>
              <a:rPr lang="en-US" b="1" dirty="0"/>
              <a:t>logged and stored in Excel files</a:t>
            </a:r>
            <a:r>
              <a:rPr lang="en-US" dirty="0"/>
              <a:t> for future analysis.</a:t>
            </a:r>
          </a:p>
          <a:p>
            <a:r>
              <a:rPr lang="en-US" dirty="0"/>
              <a:t>The system allows users to </a:t>
            </a:r>
            <a:r>
              <a:rPr lang="en-US" b="1" dirty="0"/>
              <a:t>configure sensor ranges and monitor system performance easily</a:t>
            </a:r>
            <a:r>
              <a:rPr lang="en-US" dirty="0"/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D34D832-80F3-6A5A-AB1E-46D09F36E9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16068"/>
            <a:ext cx="1081251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Industrial systems require continuous monitoring of sensors to ensure safe and efficient operation.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monitoring of sensor values is difficult and may lead to delayed fault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a centralized system makes it hard to track multiple sensor readings at the same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proper monitoring, abnormal conditions like high temperature or pressure may damage equipment.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need for a system that can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sensor data in real time and detect alarms automatically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Therefore,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web-based sensor monitoring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required to improve monitoring and system safety.</a:t>
            </a:r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/>
          </a:bodyPr>
          <a:lstStyle/>
          <a:p>
            <a:r>
              <a:rPr lang="en-US" dirty="0"/>
              <a:t>A computer system with a web browser to access the monitoring dashboard.</a:t>
            </a:r>
          </a:p>
          <a:p>
            <a:r>
              <a:rPr lang="en-US" dirty="0"/>
              <a:t>Node.js environment to run the backend server.</a:t>
            </a:r>
          </a:p>
          <a:p>
            <a:r>
              <a:rPr lang="en-US" dirty="0"/>
              <a:t>Internet or local network connection for communication between frontend and backend.</a:t>
            </a:r>
          </a:p>
          <a:p>
            <a:r>
              <a:rPr lang="en-US" dirty="0"/>
              <a:t>Software tools such as </a:t>
            </a:r>
            <a:r>
              <a:rPr lang="en-US" b="1" dirty="0"/>
              <a:t>VS Code</a:t>
            </a:r>
            <a:r>
              <a:rPr lang="en-US" dirty="0"/>
              <a:t> for developing and editing the project.</a:t>
            </a:r>
          </a:p>
          <a:p>
            <a:r>
              <a:rPr lang="en-US" dirty="0"/>
              <a:t>Libraries such as </a:t>
            </a:r>
            <a:r>
              <a:rPr lang="en-US" b="1" dirty="0"/>
              <a:t>Express.js and XLSX</a:t>
            </a:r>
            <a:r>
              <a:rPr lang="en-US" dirty="0"/>
              <a:t> for server operations and data logging.</a:t>
            </a:r>
          </a:p>
          <a:p>
            <a:r>
              <a:rPr lang="en-US" dirty="0"/>
              <a:t>Storage to save sensor data logs and configuration files.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Provides </a:t>
            </a:r>
            <a:r>
              <a:rPr lang="en-US" b="1" dirty="0"/>
              <a:t>real-time monitoring</a:t>
            </a:r>
            <a:r>
              <a:rPr lang="en-US" dirty="0"/>
              <a:t> of sensor values.</a:t>
            </a:r>
          </a:p>
          <a:p>
            <a:r>
              <a:rPr lang="en-US" dirty="0"/>
              <a:t>Helps in </a:t>
            </a:r>
            <a:r>
              <a:rPr lang="en-US" b="1" dirty="0"/>
              <a:t>early detection of system faults and alarms</a:t>
            </a:r>
            <a:r>
              <a:rPr lang="en-US" dirty="0"/>
              <a:t>.</a:t>
            </a:r>
          </a:p>
          <a:p>
            <a:r>
              <a:rPr lang="en-US" dirty="0"/>
              <a:t>Stores sensor data in </a:t>
            </a:r>
            <a:r>
              <a:rPr lang="en-US" b="1" dirty="0"/>
              <a:t>Excel for analysis and record keeping</a:t>
            </a:r>
            <a:r>
              <a:rPr lang="en-US" dirty="0"/>
              <a:t>.</a:t>
            </a:r>
          </a:p>
          <a:p>
            <a:r>
              <a:rPr lang="en-US" dirty="0"/>
              <a:t>Allows </a:t>
            </a:r>
            <a:r>
              <a:rPr lang="en-US" b="1" dirty="0"/>
              <a:t>easy monitoring through a web-based dashboard</a:t>
            </a:r>
            <a:r>
              <a:rPr lang="en-US" dirty="0"/>
              <a:t>.</a:t>
            </a:r>
          </a:p>
          <a:p>
            <a:r>
              <a:rPr lang="en-US" dirty="0"/>
              <a:t>Improves </a:t>
            </a:r>
            <a:r>
              <a:rPr lang="en-US" b="1" dirty="0"/>
              <a:t>system safety and efficiency</a:t>
            </a:r>
            <a:r>
              <a:rPr lang="en-US" dirty="0"/>
              <a:t> by tracking multiple sensors at once.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The system is designed as a </a:t>
            </a:r>
            <a:r>
              <a:rPr lang="en-US" b="1" dirty="0"/>
              <a:t>web-based application</a:t>
            </a:r>
            <a:r>
              <a:rPr lang="en-US" dirty="0"/>
              <a:t> for monitoring sensor data.</a:t>
            </a:r>
          </a:p>
          <a:p>
            <a:r>
              <a:rPr lang="en-US" dirty="0"/>
              <a:t>It follows a </a:t>
            </a:r>
            <a:r>
              <a:rPr lang="en-US" b="1" dirty="0"/>
              <a:t>client-server architecture</a:t>
            </a:r>
            <a:r>
              <a:rPr lang="en-US" dirty="0"/>
              <a:t> with frontend and backend components.</a:t>
            </a:r>
          </a:p>
          <a:p>
            <a:r>
              <a:rPr lang="en-US" dirty="0"/>
              <a:t>The frontend dashboard displays sensor values and system status.</a:t>
            </a:r>
          </a:p>
          <a:p>
            <a:r>
              <a:rPr lang="en-US" dirty="0"/>
              <a:t>The backend server processes sensor data and checks alarm conditions.</a:t>
            </a:r>
          </a:p>
          <a:p>
            <a:r>
              <a:rPr lang="en-US" dirty="0"/>
              <a:t>Sensor data is stored in </a:t>
            </a:r>
            <a:r>
              <a:rPr lang="en-US" b="1" dirty="0"/>
              <a:t>Excel files for logging and analysis</a:t>
            </a:r>
            <a:r>
              <a:rPr lang="en-US" dirty="0"/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98E84C8-806E-39BF-343D-E7E810E1CE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82608"/>
            <a:ext cx="1076522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application for the Sensor Monitoring System has been successfully developed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user interface includes pages such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dashboard, sensor monitoring, troubleshooting, and configuration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frontend is designed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HTML, CSS, and JavaScript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displaying system information clearly.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application can display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 status and system monitoring information through the dashboard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is currently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the process of connecting the frontend application to the backend database/server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Once integration is completed, the system will be able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and retrieve sensor data for monitoring and analysis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F16916-A799-ADF7-5E72-A4F5162E3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0FFB75-A9D5-D7B9-73B2-714E06047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15</a:t>
            </a:fld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A7E10C-001D-E776-8939-143A3724F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916" y="614854"/>
            <a:ext cx="11146221" cy="491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96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736DF1-0C51-A8F8-4933-B41EDEA3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E66CD5-9D98-964B-8E37-56113953D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16</a:t>
            </a:fld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1EFE5C-FC18-EEAE-3562-DFE9C0CBD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82" y="526447"/>
            <a:ext cx="10660117" cy="514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491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5F34C5-6320-9CFB-48CB-B3F453368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D6DFDB-DEFD-BB3B-087A-5F3C3BFED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17</a:t>
            </a:fld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542C20-CF1B-E190-02A0-BD4C75067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6525"/>
            <a:ext cx="9898117" cy="547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655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677A39-B591-EFD1-2B11-31486B4B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021636-1241-8080-1579-3E8F9114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18</a:t>
            </a:fld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6ED4AC-A53F-5842-F584-722271F25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73" y="252257"/>
            <a:ext cx="11595538" cy="518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039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532CC0-EDA6-1B5B-EE5E-444D24F4B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4C3E8D-A7BF-F721-B1EE-9EBC293B6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19</a:t>
            </a:fld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A6444C-D5D2-95ED-DEEC-241E706D0B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55" y="527214"/>
            <a:ext cx="11051628" cy="514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200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3750481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/>
              <a:t>https://github.com/naralahemanthreddy-hue/Intenship</a:t>
            </a: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22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7078</TotalTime>
  <Words>1149</Words>
  <Application>Microsoft Office PowerPoint</Application>
  <PresentationFormat>Widescreen</PresentationFormat>
  <Paragraphs>158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 (At least 50%)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venkata hemanth.N</cp:lastModifiedBy>
  <cp:revision>723</cp:revision>
  <dcterms:created xsi:type="dcterms:W3CDTF">2022-10-14T07:18:17Z</dcterms:created>
  <dcterms:modified xsi:type="dcterms:W3CDTF">2026-03-06T05:46:15Z</dcterms:modified>
</cp:coreProperties>
</file>