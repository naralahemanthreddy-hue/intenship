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9" r:id="rId2"/>
    <p:sldId id="270" r:id="rId3"/>
    <p:sldId id="261" r:id="rId4"/>
    <p:sldId id="281" r:id="rId5"/>
    <p:sldId id="262" r:id="rId6"/>
    <p:sldId id="263" r:id="rId7"/>
    <p:sldId id="264" r:id="rId8"/>
    <p:sldId id="282" r:id="rId9"/>
    <p:sldId id="265" r:id="rId10"/>
    <p:sldId id="271" r:id="rId11"/>
    <p:sldId id="272" r:id="rId12"/>
    <p:sldId id="273" r:id="rId13"/>
    <p:sldId id="274" r:id="rId14"/>
    <p:sldId id="275" r:id="rId15"/>
    <p:sldId id="283" r:id="rId16"/>
    <p:sldId id="276" r:id="rId17"/>
    <p:sldId id="284" r:id="rId18"/>
    <p:sldId id="277" r:id="rId19"/>
    <p:sldId id="285" r:id="rId20"/>
    <p:sldId id="286" r:id="rId21"/>
    <p:sldId id="287" r:id="rId22"/>
    <p:sldId id="288" r:id="rId23"/>
    <p:sldId id="289" r:id="rId24"/>
    <p:sldId id="290" r:id="rId25"/>
    <p:sldId id="278" r:id="rId26"/>
    <p:sldId id="291" r:id="rId27"/>
    <p:sldId id="279" r:id="rId28"/>
    <p:sldId id="280" r:id="rId29"/>
    <p:sldId id="267" r:id="rId30"/>
    <p:sldId id="268" r:id="rId31"/>
    <p:sldId id="26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08/04/2026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</a:t>
            </a:r>
            <a:r>
              <a:rPr lang="en-US" sz="17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Thabassum</a:t>
            </a: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Khan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 err="1">
                <a:solidFill>
                  <a:srgbClr val="000000"/>
                </a:solidFill>
              </a:rPr>
              <a:t>B.tech</a:t>
            </a:r>
            <a:r>
              <a:rPr lang="en-US" sz="2000" b="1" dirty="0">
                <a:solidFill>
                  <a:srgbClr val="000000"/>
                </a:solidFill>
              </a:rPr>
              <a:t> Computer Science and Technology (Big Data)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2000" b="1" dirty="0">
                <a:solidFill>
                  <a:srgbClr val="000000"/>
                </a:solidFill>
              </a:rPr>
              <a:t>Dr. </a:t>
            </a:r>
            <a:r>
              <a:rPr lang="en-IN" sz="2000" b="1" dirty="0" err="1">
                <a:solidFill>
                  <a:srgbClr val="000000"/>
                </a:solidFill>
              </a:rPr>
              <a:t>Pravinth</a:t>
            </a:r>
            <a:r>
              <a:rPr lang="en-IN" sz="2000" b="1" dirty="0">
                <a:solidFill>
                  <a:srgbClr val="000000"/>
                </a:solidFill>
              </a:rPr>
              <a:t> Raja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 Nisha Robin Rohit</a:t>
            </a:r>
            <a:endParaRPr lang="en-US" sz="2000" b="1" i="0" u="none" strike="noStrike" cap="none" dirty="0">
              <a:solidFill>
                <a:schemeClr val="accent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Review-4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TITLE OF THE INTERNSHIP / WORK ASSIGNED / DOMAIN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685553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VENKATA HEMANTH.N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20221CBD0007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08CBD-01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/>
          </a:bodyPr>
          <a:lstStyle/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Rittal India Private Limited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leading company that provides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and IT infrastructure solutions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specializing in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enclosure systems, power distribution, thermal management, and data center solutions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is a subsidiary of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Rittal GmbH &amp; Co. KG, Germany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part of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Friedhelm Loh Group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Subsidiary of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Rittal GmbH &amp; Co. KG, Germany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Established in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 in 1996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and IT infrastructure solutions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products include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enclosures, cooling systems, power distribution, and IT infrastructure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1E5F-33F0-CB55-8D67-28497D8D5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188"/>
            <a:ext cx="10515600" cy="10969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 &amp; Solutions :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3F704-501F-EC71-1A50-E6687A9C8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8C0DD-5C37-560B-D82B-2ADA54B1E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4</a:t>
            </a:fld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940197-D9B1-4A1F-4169-DB3474E09308}"/>
              </a:ext>
            </a:extLst>
          </p:cNvPr>
          <p:cNvSpPr txBox="1"/>
          <p:nvPr/>
        </p:nvSpPr>
        <p:spPr>
          <a:xfrm>
            <a:off x="838200" y="1081675"/>
            <a:ext cx="719328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Enclosures &amp; Cabinets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 electrical and electronic components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CC60985-2418-8986-E709-57B95FD73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67866"/>
            <a:ext cx="6086923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 Control Systems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Cooling units for industrial and IT environments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Distribution Solutions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 and safe energy management systems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Infrastructure Solutions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center racks, servers, and monitoring systems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Automation &amp; Smart Manufacturing Tools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digital transformation in industries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058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/>
              <a:t>Domain:</a:t>
            </a:r>
            <a:r>
              <a:rPr lang="en-US" sz="2200" dirty="0"/>
              <a:t> Research &amp; Development (R&amp;D)</a:t>
            </a:r>
          </a:p>
          <a:p>
            <a:pPr marL="0" indent="0">
              <a:buNone/>
            </a:pPr>
            <a:br>
              <a:rPr lang="en-US" sz="2200" dirty="0"/>
            </a:br>
            <a:r>
              <a:rPr lang="en-US" sz="2200" b="1" dirty="0"/>
              <a:t>Role:</a:t>
            </a:r>
            <a:r>
              <a:rPr lang="en-US" sz="2200" dirty="0"/>
              <a:t>  Software Developer Intern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/>
              <a:t>Working as a </a:t>
            </a:r>
            <a:r>
              <a:rPr lang="en-US" sz="2200" b="1" dirty="0"/>
              <a:t>Software Developer Intern</a:t>
            </a:r>
            <a:r>
              <a:rPr lang="en-US" sz="2200" dirty="0"/>
              <a:t> in the </a:t>
            </a:r>
            <a:r>
              <a:rPr lang="en-US" sz="2200" b="1" dirty="0"/>
              <a:t>R&amp;D  domain</a:t>
            </a:r>
          </a:p>
          <a:p>
            <a:r>
              <a:rPr lang="en-US" sz="2200" dirty="0"/>
              <a:t>Currently in the </a:t>
            </a:r>
            <a:r>
              <a:rPr lang="en-US" sz="2200" b="1" dirty="0"/>
              <a:t>office I am developing web Application .</a:t>
            </a:r>
          </a:p>
          <a:p>
            <a:r>
              <a:rPr lang="en-US" sz="2200" dirty="0"/>
              <a:t>Completed Developing the web application using </a:t>
            </a:r>
            <a:r>
              <a:rPr lang="en-US" sz="2200" dirty="0" err="1"/>
              <a:t>HTML,CSS,JavaScripy</a:t>
            </a:r>
            <a:r>
              <a:rPr lang="en-US" sz="2200" dirty="0"/>
              <a:t> and </a:t>
            </a:r>
            <a:r>
              <a:rPr lang="en-US" sz="2200" dirty="0" err="1"/>
              <a:t>succesfuly</a:t>
            </a:r>
            <a:r>
              <a:rPr lang="en-US" sz="2200" dirty="0"/>
              <a:t> connected to Backend Json Database using REST API .</a:t>
            </a:r>
          </a:p>
          <a:p>
            <a:r>
              <a:rPr lang="en-US" sz="2200" dirty="0"/>
              <a:t>Gaining knowledge on full stack development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4665EE3-3361-E443-2F6E-80E016D87A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6280" y="1182231"/>
            <a:ext cx="12039600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 Size: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 Member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 Composition: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&amp; Development (R&amp;D) – Embedded Software Developer Intern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 Activity: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web applications using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HTML5, CSS, and JavaScript</a:t>
            </a:r>
            <a:r>
              <a:rPr lang="en-US" altLang="en-US" sz="2200" b="1" dirty="0"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frontend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Gained hands-on experience in building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full-stack projects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Worked with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APIs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backend communication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and managed data using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JSON-based database structures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Reporting: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Guided by an Internship Mentor for regular progress reviews and performance evaluation </a:t>
            </a:r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0EE560A-2902-5C2D-E295-59746A0857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20785"/>
            <a:ext cx="11027378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Faced multiple challenges while developing the project from scratch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 Alignment Issues: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 in maintaining proper layout and responsiveness using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 Building Challenges: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Complexity in implementing dynamic functionalities using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Frontend–Backend Integration: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Major challenge in connecting the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application with backend and database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008DFB-B989-09F4-EAED-182EED38A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DB67F8-AB1C-F377-BD13-615F4FB49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8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59E2AB-745D-AD8B-5697-C21267459DCE}"/>
              </a:ext>
            </a:extLst>
          </p:cNvPr>
          <p:cNvSpPr txBox="1"/>
          <p:nvPr/>
        </p:nvSpPr>
        <p:spPr>
          <a:xfrm>
            <a:off x="701040" y="707797"/>
            <a:ext cx="987552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&amp; HTTP Communication: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and implementing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 protocols and REST APIs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data transfer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Issues: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Ensuring that data is correctly sent, processed, and stored in the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(JSON files)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4125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6BEDF9C-BA91-16C0-E54C-C304FC3426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32634"/>
            <a:ext cx="9513695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Project: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web-based monitoring system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industrial cooling environments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enable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critical system parameters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detect abnormal conditions using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threshold-based alarm system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improve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safety, reliability, and efficiency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Usage of the System: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by operators to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 sensor values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(temperature, pressure, flow, etc.)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in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fault detection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prevents system failure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troubleshooting panel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quick issue identification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 logs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analysis and reporting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applied in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industrial automation and smart monitoring systems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DD6531C-0CAC-BDFF-5AC4-98BE64E07A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84366"/>
            <a:ext cx="10336612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Industrial monitoring systems are used to observe parameters like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temperature, pressure, and flow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such as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SCADA and PLC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 real-time monitoring and control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are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reliable but expensive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require complex hardware setup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systems use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technologies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(HTML, CSS, JavaScript, Node.js)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monitoring.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Monitoring systems use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threshold-based alarms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detect abnormal conditions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mainly provide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text-based alerts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fault identification difficult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overcome this, the proposed system uses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graphical troubleshooting interface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better fault detection </a:t>
            </a:r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Sensor Monitoring System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industrial cooling environments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monitors parameters like: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Temperature, Pressure, Flow, Pump, Valve, and Leak Detection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display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an interactive dashboard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client–server architecture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frontend and backend integration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communication between frontend and backend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threshold-based alarm system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abnormal conditions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troubleshooting panel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visually identify faults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(Admin &amp; User)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using JSON files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logging for history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4ABCF8D-E672-CF05-AFCD-F33FC80C10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35608"/>
            <a:ext cx="1020959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Industrial cooling systems require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critical parameters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monitoring methods face issues such as: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Delayed fault detection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visibility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 and costly systems (SCADA/PLC)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mostly provide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text-based alerts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fault identification difficult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Absence of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and visual monitoring tools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cost-effective, web-based system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can: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 parameters in real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abnormal conditions early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troubleshooting for quick fault identification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computer system with a web browser to access the monitoring dashboard.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to run the backend server.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or local network connection for communication between frontend and backend.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tools such as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developing and editing the project.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such as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Express.js and XLSX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server operations and data logging.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to save sensor data logs and configuration files.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continuous tracking of system parameters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Fault Detection: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abnormal conditions using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threshold-based alarms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Troubleshooting: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representation helps in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identification of faults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Easy-to-use dashboard for monitoring and navigation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Solution: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need for expensive hardware systems like SCADA 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44DDD8-4C0F-8A77-DAB2-BA3217C91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A6B930-5B1A-9094-2C3A-EC9FCF23E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15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80B21B-A89F-AA65-29D0-6F190CF4C10A}"/>
              </a:ext>
            </a:extLst>
          </p:cNvPr>
          <p:cNvSpPr txBox="1"/>
          <p:nvPr/>
        </p:nvSpPr>
        <p:spPr>
          <a:xfrm>
            <a:off x="838200" y="433477"/>
            <a:ext cx="947928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system with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and User permissions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Data Management: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for storage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logging for history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System: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extended with more sensors and advanced features </a:t>
            </a:r>
          </a:p>
        </p:txBody>
      </p:sp>
    </p:spTree>
    <p:extLst>
      <p:ext uri="{BB962C8B-B14F-4D97-AF65-F5344CB8AC3E}">
        <p14:creationId xmlns:p14="http://schemas.microsoft.com/office/powerpoint/2010/main" val="2683770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5E62606-74F8-7788-E715-F93149C0A6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888494"/>
            <a:ext cx="9300944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3-layer architecture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(User Interface)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(Application Logic)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Layer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Design: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dashboard, sensor page, troubleshooting panel, and configuration page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Design: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using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Node.js and Express.js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API requests, system logic, and alarm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75490A-0254-84D2-5F99-240D0547F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F82166-749D-7651-0EC4-161F54B08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17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962AF-A239-65E0-0411-E47AEE1FC9CD}"/>
              </a:ext>
            </a:extLst>
          </p:cNvPr>
          <p:cNvSpPr txBox="1"/>
          <p:nvPr/>
        </p:nvSpPr>
        <p:spPr>
          <a:xfrm>
            <a:off x="838200" y="843677"/>
            <a:ext cx="804672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data and configuration stored in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files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 maintained using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logging system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APIs and HTTP protocols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frontend–backend interaction </a:t>
            </a:r>
          </a:p>
          <a:p>
            <a:pPr lvl="1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(full access)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(read-only access)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9849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F3DC5A2-6957-9DF8-E484-945D4E8F8A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34292"/>
            <a:ext cx="9890208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was implemented as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full-stack web application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Implementation: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HTML, CSS, and JavaScript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interactive pages: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Dashboard, Sensors, Troubleshooting, Configuration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Implementation: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using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Node.js and Express.js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 APIs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data communication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 values and configurations stored in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JSON files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processed and updated dynamically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B1E392-D257-ACA7-5D44-2CFC9E89B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44A0B6-9D05-EEE2-A585-1CDB96D1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19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5307F4-41F1-8A51-C12A-73A9268BEB83}"/>
              </a:ext>
            </a:extLst>
          </p:cNvPr>
          <p:cNvSpPr txBox="1"/>
          <p:nvPr/>
        </p:nvSpPr>
        <p:spPr>
          <a:xfrm>
            <a:off x="838200" y="777300"/>
            <a:ext cx="77724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 Detection Logic: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values compared with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predefined thresholds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triggers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 status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limits are exceeded </a:t>
            </a:r>
          </a:p>
          <a:p>
            <a:pPr lvl="1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Troubleshooting Feature: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system diagram highlights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locations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Logging: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logging system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store historical data </a:t>
            </a:r>
          </a:p>
          <a:p>
            <a:pPr lvl="1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connected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frontend, backend, and data storage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4409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F0D88F-D6CF-5B81-A309-46318C494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677869-1317-4621-B6FA-2ADF9198E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20</a:t>
            </a:fld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B4D607-A05E-2E8B-68E5-C85DF6D721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916" y="614854"/>
            <a:ext cx="11146221" cy="491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7013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6F88D0-63E4-72BA-2F85-123ABEDBE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3F2014-CF6B-AED7-D70F-98B42ABC2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21</a:t>
            </a:fld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49BD19-6FA6-69B3-5F42-AF3E15C895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82" y="526447"/>
            <a:ext cx="10660117" cy="514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287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6CF577-E54E-7C73-2180-59BE3ECC3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AEEFBA-248C-3A88-010D-8F0DBBEA7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22</a:t>
            </a:fld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33B407-242F-F668-C175-A9BC37ADAE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6525"/>
            <a:ext cx="9898117" cy="547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9631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83A973-66F3-A0CD-2F02-81FC47F54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7CA88E-1025-93BB-5965-1784FA532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23</a:t>
            </a:fld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C4EE8C-39D8-D1D7-B012-C037C1964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73" y="252257"/>
            <a:ext cx="11595538" cy="518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341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9503B8-E09A-D900-70F9-091A5F84B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46A3A3-3BFD-8404-FB9E-7BBFE2BFE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24</a:t>
            </a:fld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9A9094-E1D3-0AE9-9F70-76C62F05C6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55" y="542454"/>
            <a:ext cx="11051628" cy="514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3623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 was performed to ensure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modules function correctly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Tested: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Authentication, Role-Based Access, Sensor Monitoring, Alarm Detection, Troubleshooting Panel, Configuration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frontend–backend communication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REST APIs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system under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conditions and abnormal conditions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(threshold exceeded)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Test Cases: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&amp; invalid login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value updates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 triggering when limits exceed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in Excel logs 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80511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944515-87F8-8229-805F-1AD4D3556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C8BBAE-5E88-8F7A-264B-9824943D5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26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FE37E2-A830-1354-889E-139CFF3B5C45}"/>
              </a:ext>
            </a:extLst>
          </p:cNvPr>
          <p:cNvSpPr txBox="1"/>
          <p:nvPr/>
        </p:nvSpPr>
        <p:spPr>
          <a:xfrm>
            <a:off x="838200" y="619036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modules worked successfully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 detection and visualization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and storage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71662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CDF6A36-72D2-4CB4-A5C6-46D9CD1AF5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84366"/>
            <a:ext cx="1052788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web-based Sensor Monitoring System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industrial cooling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parameters like temperature, pressure, flow, and pump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status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threshold-based alarm detection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identifying abnormal conditions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graphical troubleshooting panel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quick fault identification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frontend, backend, and data storage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modern web technologies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access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through Admin and User roles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improves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efficiency, reliability, and fault detection in industrial environments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2399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Report –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Monitoring System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Documentation: </a:t>
            </a:r>
          </a:p>
          <a:p>
            <a:pPr lvl="1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Documentation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Express.js Documentation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Technologies: 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 (MDN Web Docs)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 Referred: </a:t>
            </a:r>
          </a:p>
          <a:p>
            <a:pPr lvl="1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&amp; HTTP Protocols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Data Handling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Concepts: </a:t>
            </a:r>
          </a:p>
          <a:p>
            <a:pPr lvl="1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SCADA Systems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PLC Systems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93986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algn="ctr"/>
            <a:r>
              <a:rPr lang="en-US" dirty="0"/>
              <a:t>https://github.com/naralahemanthreddy-hue/Intenship</a:t>
            </a: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4572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30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7135</TotalTime>
  <Words>1604</Words>
  <Application>Microsoft Office PowerPoint</Application>
  <PresentationFormat>Widescreen</PresentationFormat>
  <Paragraphs>284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Products &amp; Solutions :</vt:lpstr>
      <vt:lpstr>Working domain or the technology</vt:lpstr>
      <vt:lpstr>About your team and reporting Manager</vt:lpstr>
      <vt:lpstr>Challenges Faced in Internship</vt:lpstr>
      <vt:lpstr>PowerPoint Presentation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PowerPoint Presentation</vt:lpstr>
      <vt:lpstr>System Design</vt:lpstr>
      <vt:lpstr>PowerPoint Presentation</vt:lpstr>
      <vt:lpstr>System 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System Testing</vt:lpstr>
      <vt:lpstr>PowerPoint Presentation</vt:lpstr>
      <vt:lpstr>Conclusion</vt:lpstr>
      <vt:lpstr>References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venkata hemanth.N</cp:lastModifiedBy>
  <cp:revision>723</cp:revision>
  <dcterms:created xsi:type="dcterms:W3CDTF">2022-10-14T07:18:17Z</dcterms:created>
  <dcterms:modified xsi:type="dcterms:W3CDTF">2026-04-08T05:13:00Z</dcterms:modified>
</cp:coreProperties>
</file>